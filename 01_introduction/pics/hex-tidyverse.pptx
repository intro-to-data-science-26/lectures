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4"/>
    <p:restoredTop sz="94646"/>
  </p:normalViewPr>
  <p:slideViewPr>
    <p:cSldViewPr snapToGrid="0" snapToObjects="1">
      <p:cViewPr>
        <p:scale>
          <a:sx n="75" d="100"/>
          <a:sy n="75" d="100"/>
        </p:scale>
        <p:origin x="96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08FE-FD1C-1849-9F67-7219EEC73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57DB3-AAC7-5845-94BF-28FDA802D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20A60-8169-9744-AC73-97B98C7F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F0493-D335-8D4E-913B-83B07BCE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D7F3F-60D3-A447-90FF-7D0D2EE1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058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20BB-928B-6048-9FCE-36604873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30F8C-78C5-3948-8468-9701010DA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EE479-1719-FC4C-85B5-DC948120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9B8A-8108-7C41-B366-5011EF0A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8F113-5BA9-2947-A3AC-4CF0E4AA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06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11B6-A402-A54F-B31F-10C4166F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DBBF6-6779-804A-B7F4-8EEBE37AC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78F48-F37E-5B47-B16E-FB004401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60FB5-794E-AF41-A0A1-68EE66A9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2FCAF-A87B-9D45-9838-064ADA02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88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E3B0-8586-894C-85E6-0B28F4C2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6111-2CEF-A541-A981-0AF78E3DB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04CB9-A5DA-2442-BEF5-BEAD6A14E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3997F-72EF-C049-BAB2-A69DAEDB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D8477-7F3E-234D-9E91-C952F08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C1409-8863-E14C-8A21-0535DD04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473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987B-3338-3644-B658-0EF69118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B9B31-3CE3-454D-9BBE-6FEF19246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2B5CB-ABE3-B64D-B4AD-FC52895E6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39158-3E12-9F4C-B47D-E91ED274B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6AADC-E894-0C4F-A3A4-3F53A577A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9752B-3B8D-0E42-985F-63796B63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110D6B-4DCB-AB45-9817-62D0CFCB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9C69E-4EA9-7045-95B1-854D06D8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665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27A6-0B50-DA47-AAEC-76C6F84E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956B2-35E3-214D-B61A-22791306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0C066-CC7E-8447-8ABC-58579174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59940-8ABC-E948-BB16-80517E9B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131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D787D-0CCC-FC48-ABE1-D45119E5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4C4BA-E9AB-5D44-9372-1570D762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5B3B7-8F38-254C-B890-FC37BF55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536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70AB-AB61-6149-9D69-E13883BF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E2625-ABDC-DC47-8C5B-C9A529B99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98BB0-C99D-8D4F-988F-BE6F1235F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56444-1DBA-0743-A9D4-0D10C7B0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A9552-3534-4048-A282-DF82D542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6F311-2129-0949-ABDE-18B3A03E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275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8E51-31CC-2746-B49E-763B2FEA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1EB72-8053-6247-BA55-32EFFDB4E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5A886-DFB8-4D4E-BF29-4530E820E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B8FB8-5D1A-1A4A-9B8A-0CB2C1A2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849D4-F0CB-4A43-A510-8961B273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F625F-0523-B948-8C7A-A4342742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444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4F26-B7A2-244D-8761-9EABDE7A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AEF56-9CB4-9846-8A02-BF5D8115C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D7E17-FADA-3243-AB7C-B04EBB0A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27D13-97F8-0947-8ADF-DF308721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8029A-419E-1B47-9D94-362C82F2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054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B5E7FF-2AA6-0C46-8ABF-91EDC8F60B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27785-CC0D-F748-A52F-B37F4243D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B5C20-ACD3-EA48-8D85-AC8A4F13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A28A-66DB-4E4D-AE2A-30663474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E3ACB-22B4-F64E-A4B4-CBE7F160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358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D1A0D-6449-8947-895F-D3D75536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BC21E-B37B-1746-8474-B205BEECB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CBA7-B4ED-3D4F-91A4-BC47A36A1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5FDEE-587E-D04A-A98D-E03C813909F0}" type="datetimeFigureOut">
              <a:rPr lang="en-DE" smtClean="0"/>
              <a:t>27.08.21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60173-2370-484E-8518-B3A16763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2B111-216E-2846-A1AF-53D701EB1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0D042-0444-EE47-BCB2-5E556ADF460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801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6AE71CDA-64F5-4E4B-BB73-2EB02BC9F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930" y="3149050"/>
            <a:ext cx="1552817" cy="1800000"/>
          </a:xfrm>
          <a:prstGeom prst="rect">
            <a:avLst/>
          </a:prstGeom>
        </p:spPr>
      </p:pic>
      <p:pic>
        <p:nvPicPr>
          <p:cNvPr id="7" name="Picture 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24BEAA28-6CBB-4F40-8CCB-62C1FF08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120" y="495393"/>
            <a:ext cx="1558429" cy="1800000"/>
          </a:xfrm>
          <a:prstGeom prst="rect">
            <a:avLst/>
          </a:prstGeom>
        </p:spPr>
      </p:pic>
      <p:pic>
        <p:nvPicPr>
          <p:cNvPr id="9" name="Picture 8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45A8CFB-9D33-C946-A21A-84A6FC769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739" y="1814687"/>
            <a:ext cx="1552817" cy="1800000"/>
          </a:xfrm>
          <a:prstGeom prst="rect">
            <a:avLst/>
          </a:prstGeom>
        </p:spPr>
      </p:pic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9F1099DE-A101-1146-917A-3EDF269CE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739" y="4483072"/>
            <a:ext cx="1559217" cy="1800000"/>
          </a:xfrm>
          <a:prstGeom prst="rect">
            <a:avLst/>
          </a:prstGeom>
        </p:spPr>
      </p:pic>
      <p:pic>
        <p:nvPicPr>
          <p:cNvPr id="13" name="Picture 1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B3FBB01-2303-E243-9F46-54D6174BA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722" y="473153"/>
            <a:ext cx="1558429" cy="1800000"/>
          </a:xfrm>
          <a:prstGeom prst="rect">
            <a:avLst/>
          </a:prstGeom>
        </p:spPr>
      </p:pic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C5E4506C-5141-1E4F-82BF-EDAFBD252A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773" y="484178"/>
            <a:ext cx="1552817" cy="1800000"/>
          </a:xfrm>
          <a:prstGeom prst="rect">
            <a:avLst/>
          </a:prstGeom>
        </p:spPr>
      </p:pic>
      <p:pic>
        <p:nvPicPr>
          <p:cNvPr id="17" name="Picture 16" descr="A picture containing icon&#10;&#10;Description automatically generated">
            <a:extLst>
              <a:ext uri="{FF2B5EF4-FFF2-40B4-BE49-F238E27FC236}">
                <a16:creationId xmlns:a16="http://schemas.microsoft.com/office/drawing/2014/main" id="{E7D5CE9B-4D25-D94B-B421-48F3BC833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823364"/>
            <a:ext cx="1552817" cy="1800000"/>
          </a:xfrm>
          <a:prstGeom prst="rect">
            <a:avLst/>
          </a:prstGeom>
        </p:spPr>
      </p:pic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AA8325F3-2FFE-8C49-B1C5-984F5DAA53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6236" y="1844014"/>
            <a:ext cx="1552817" cy="1800000"/>
          </a:xfrm>
          <a:prstGeom prst="rect">
            <a:avLst/>
          </a:prstGeom>
        </p:spPr>
      </p:pic>
      <p:pic>
        <p:nvPicPr>
          <p:cNvPr id="21" name="Picture 20" descr="A picture containing text, sign, businesscard, vector graphics&#10;&#10;Description automatically generated">
            <a:extLst>
              <a:ext uri="{FF2B5EF4-FFF2-40B4-BE49-F238E27FC236}">
                <a16:creationId xmlns:a16="http://schemas.microsoft.com/office/drawing/2014/main" id="{91B7E2F7-5ACA-0743-BF5A-427A54B409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5722" y="3145196"/>
            <a:ext cx="1552817" cy="1800000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DAFB78F7-7A5A-F444-A002-3760D36BD9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9592" y="3165846"/>
            <a:ext cx="1560172" cy="1800000"/>
          </a:xfrm>
          <a:prstGeom prst="rect">
            <a:avLst/>
          </a:prstGeom>
        </p:spPr>
      </p:pic>
      <p:pic>
        <p:nvPicPr>
          <p:cNvPr id="25" name="Picture 24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7C29466E-EFA9-6640-BFD3-833E511CEE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5782" y="4494342"/>
            <a:ext cx="1552817" cy="1800000"/>
          </a:xfrm>
          <a:prstGeom prst="rect">
            <a:avLst/>
          </a:prstGeom>
        </p:spPr>
      </p:pic>
      <p:pic>
        <p:nvPicPr>
          <p:cNvPr id="27" name="Picture 2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CA53DA39-4F7B-3F49-BF02-DFDFD9BD00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7459" y="4493707"/>
            <a:ext cx="1552817" cy="1800000"/>
          </a:xfrm>
          <a:prstGeom prst="rect">
            <a:avLst/>
          </a:prstGeom>
        </p:spPr>
      </p:pic>
      <p:pic>
        <p:nvPicPr>
          <p:cNvPr id="29" name="Picture 28" descr="A picture containing logo&#10;&#10;Description automatically generated">
            <a:extLst>
              <a:ext uri="{FF2B5EF4-FFF2-40B4-BE49-F238E27FC236}">
                <a16:creationId xmlns:a16="http://schemas.microsoft.com/office/drawing/2014/main" id="{22FE411B-C073-9848-8764-740778297A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070" y="3166190"/>
            <a:ext cx="1559155" cy="1800000"/>
          </a:xfrm>
          <a:prstGeom prst="rect">
            <a:avLst/>
          </a:prstGeom>
        </p:spPr>
      </p:pic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D342D544-5F6F-D44E-B990-9CF7721480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0715" y="3166190"/>
            <a:ext cx="1552113" cy="1800000"/>
          </a:xfrm>
          <a:prstGeom prst="rect">
            <a:avLst/>
          </a:prstGeom>
        </p:spPr>
      </p:pic>
      <p:pic>
        <p:nvPicPr>
          <p:cNvPr id="33" name="Picture 32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910DF07A-E044-4344-AEF3-4E1CBFC1BB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86656" y="3176871"/>
            <a:ext cx="1552817" cy="1800000"/>
          </a:xfrm>
          <a:prstGeom prst="rect">
            <a:avLst/>
          </a:prstGeom>
        </p:spPr>
      </p:pic>
      <p:pic>
        <p:nvPicPr>
          <p:cNvPr id="35" name="Picture 34" descr="A picture containing text, sign, businesscard&#10;&#10;Description automatically generated">
            <a:extLst>
              <a:ext uri="{FF2B5EF4-FFF2-40B4-BE49-F238E27FC236}">
                <a16:creationId xmlns:a16="http://schemas.microsoft.com/office/drawing/2014/main" id="{F4C70462-EA5F-5B44-9D9A-58E4D74781D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55399" y="511156"/>
            <a:ext cx="1552817" cy="1800000"/>
          </a:xfrm>
          <a:prstGeom prst="rect">
            <a:avLst/>
          </a:prstGeom>
        </p:spPr>
      </p:pic>
      <p:pic>
        <p:nvPicPr>
          <p:cNvPr id="37" name="Picture 3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2436C2F-B5BD-0446-A945-EA654124A06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27459" y="1838673"/>
            <a:ext cx="1553521" cy="1800000"/>
          </a:xfrm>
          <a:prstGeom prst="rect">
            <a:avLst/>
          </a:prstGeom>
        </p:spPr>
      </p:pic>
      <p:pic>
        <p:nvPicPr>
          <p:cNvPr id="39" name="Picture 38" descr="Graphical user interface, icon&#10;&#10;Description automatically generated">
            <a:extLst>
              <a:ext uri="{FF2B5EF4-FFF2-40B4-BE49-F238E27FC236}">
                <a16:creationId xmlns:a16="http://schemas.microsoft.com/office/drawing/2014/main" id="{DADC97F8-9B75-4545-97C7-3FBB6AECCC8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8991" y="1838673"/>
            <a:ext cx="1552817" cy="1800000"/>
          </a:xfrm>
          <a:prstGeom prst="rect">
            <a:avLst/>
          </a:prstGeom>
        </p:spPr>
      </p:pic>
      <p:pic>
        <p:nvPicPr>
          <p:cNvPr id="41" name="Picture 40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B1006E9C-9035-614D-A90A-69FAF3CB104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414" y="511156"/>
            <a:ext cx="1559155" cy="1800000"/>
          </a:xfrm>
          <a:prstGeom prst="rect">
            <a:avLst/>
          </a:prstGeom>
        </p:spPr>
      </p:pic>
      <p:pic>
        <p:nvPicPr>
          <p:cNvPr id="43" name="Picture 42" descr="Shape&#10;&#10;Description automatically generated">
            <a:extLst>
              <a:ext uri="{FF2B5EF4-FFF2-40B4-BE49-F238E27FC236}">
                <a16:creationId xmlns:a16="http://schemas.microsoft.com/office/drawing/2014/main" id="{A10A5274-F884-164E-BB78-8EEAE7CAEE8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76816" y="4493707"/>
            <a:ext cx="1552817" cy="1800000"/>
          </a:xfrm>
          <a:prstGeom prst="rect">
            <a:avLst/>
          </a:prstGeom>
        </p:spPr>
      </p:pic>
      <p:pic>
        <p:nvPicPr>
          <p:cNvPr id="45" name="Picture 44" descr="Logo&#10;&#10;Description automatically generated">
            <a:extLst>
              <a:ext uri="{FF2B5EF4-FFF2-40B4-BE49-F238E27FC236}">
                <a16:creationId xmlns:a16="http://schemas.microsoft.com/office/drawing/2014/main" id="{C3876D99-9D4D-734F-8C41-7256A8AC974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05251" y="4493707"/>
            <a:ext cx="1552113" cy="1800000"/>
          </a:xfrm>
          <a:prstGeom prst="rect">
            <a:avLst/>
          </a:prstGeom>
        </p:spPr>
      </p:pic>
      <p:pic>
        <p:nvPicPr>
          <p:cNvPr id="47" name="Picture 46" descr="Graphical user interface&#10;&#10;Description automatically generated">
            <a:extLst>
              <a:ext uri="{FF2B5EF4-FFF2-40B4-BE49-F238E27FC236}">
                <a16:creationId xmlns:a16="http://schemas.microsoft.com/office/drawing/2014/main" id="{1230FB06-54CF-F14F-8FDD-1CEDD9C27E8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9235" y="1817234"/>
            <a:ext cx="1552817" cy="1800000"/>
          </a:xfrm>
          <a:prstGeom prst="rect">
            <a:avLst/>
          </a:prstGeom>
        </p:spPr>
      </p:pic>
      <p:pic>
        <p:nvPicPr>
          <p:cNvPr id="49" name="Picture 48" descr="A picture containing text, writing implement&#10;&#10;Description automatically generated">
            <a:extLst>
              <a:ext uri="{FF2B5EF4-FFF2-40B4-BE49-F238E27FC236}">
                <a16:creationId xmlns:a16="http://schemas.microsoft.com/office/drawing/2014/main" id="{62C7736D-F861-774D-B9DC-1E24D540D23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26484" y="3137082"/>
            <a:ext cx="1558429" cy="1800000"/>
          </a:xfrm>
          <a:prstGeom prst="rect">
            <a:avLst/>
          </a:prstGeom>
        </p:spPr>
      </p:pic>
      <p:pic>
        <p:nvPicPr>
          <p:cNvPr id="51" name="Picture 5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8635B77-7FAF-CA47-B496-E829EE95DC8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87660" y="4471104"/>
            <a:ext cx="1552817" cy="1800000"/>
          </a:xfrm>
          <a:prstGeom prst="rect">
            <a:avLst/>
          </a:prstGeom>
        </p:spPr>
      </p:pic>
      <p:pic>
        <p:nvPicPr>
          <p:cNvPr id="53" name="Picture 52" descr="A picture containing icon&#10;&#10;Description automatically generated">
            <a:extLst>
              <a:ext uri="{FF2B5EF4-FFF2-40B4-BE49-F238E27FC236}">
                <a16:creationId xmlns:a16="http://schemas.microsoft.com/office/drawing/2014/main" id="{B9B3D0FB-E1A5-3044-B761-4BB2DFC992B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23888" y="492633"/>
            <a:ext cx="1552817" cy="1800000"/>
          </a:xfrm>
          <a:prstGeom prst="rect">
            <a:avLst/>
          </a:prstGeom>
        </p:spPr>
      </p:pic>
      <p:pic>
        <p:nvPicPr>
          <p:cNvPr id="55" name="Picture 54" descr="Logo&#10;&#10;Description automatically generated with medium confidence">
            <a:extLst>
              <a:ext uri="{FF2B5EF4-FFF2-40B4-BE49-F238E27FC236}">
                <a16:creationId xmlns:a16="http://schemas.microsoft.com/office/drawing/2014/main" id="{5EB3E85F-5D7E-AF43-B995-325649440CA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52833" y="492633"/>
            <a:ext cx="155281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6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8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2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6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4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8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2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6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4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8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2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6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400"/>
                            </p:stCondLst>
                            <p:childTnLst>
                              <p:par>
                                <p:cTn id="83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800"/>
                            </p:stCondLst>
                            <p:childTnLst>
                              <p:par>
                                <p:cTn id="86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200"/>
                            </p:stCondLst>
                            <p:childTnLst>
                              <p:par>
                                <p:cTn id="89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1600"/>
                            </p:stCondLst>
                            <p:childTnLst>
                              <p:par>
                                <p:cTn id="92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000"/>
                            </p:stCondLst>
                            <p:childTnLst>
                              <p:par>
                                <p:cTn id="95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400"/>
                            </p:stCondLst>
                            <p:childTnLst>
                              <p:par>
                                <p:cTn id="98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800"/>
                            </p:stCondLst>
                            <p:childTnLst>
                              <p:par>
                                <p:cTn id="101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200"/>
                            </p:stCondLst>
                            <p:childTnLst>
                              <p:par>
                                <p:cTn id="104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3600"/>
                            </p:stCondLst>
                            <p:childTnLst>
                              <p:par>
                                <p:cTn id="107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4400"/>
                            </p:stCondLst>
                            <p:childTnLst>
                              <p:par>
                                <p:cTn id="113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4800"/>
                            </p:stCondLst>
                            <p:childTnLst>
                              <p:par>
                                <p:cTn id="116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200"/>
                            </p:stCondLst>
                            <p:childTnLst>
                              <p:par>
                                <p:cTn id="119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600"/>
                            </p:stCondLst>
                            <p:childTnLst>
                              <p:par>
                                <p:cTn id="122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5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6400"/>
                            </p:stCondLst>
                            <p:childTnLst>
                              <p:par>
                                <p:cTn id="128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800"/>
                            </p:stCondLst>
                            <p:childTnLst>
                              <p:par>
                                <p:cTn id="131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7200"/>
                            </p:stCondLst>
                            <p:childTnLst>
                              <p:par>
                                <p:cTn id="134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7600"/>
                            </p:stCondLst>
                            <p:childTnLst>
                              <p:par>
                                <p:cTn id="137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0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8400"/>
                            </p:stCondLst>
                            <p:childTnLst>
                              <p:par>
                                <p:cTn id="143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8800"/>
                            </p:stCondLst>
                            <p:childTnLst>
                              <p:par>
                                <p:cTn id="146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9200"/>
                            </p:stCondLst>
                            <p:childTnLst>
                              <p:par>
                                <p:cTn id="149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9600"/>
                            </p:stCondLst>
                            <p:childTnLst>
                              <p:par>
                                <p:cTn id="152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5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400"/>
                            </p:stCondLst>
                            <p:childTnLst>
                              <p:par>
                                <p:cTn id="158" presetID="1" presetClass="exit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Munzert</dc:creator>
  <cp:lastModifiedBy>Simon Munzert</cp:lastModifiedBy>
  <cp:revision>5</cp:revision>
  <dcterms:created xsi:type="dcterms:W3CDTF">2021-08-27T19:14:41Z</dcterms:created>
  <dcterms:modified xsi:type="dcterms:W3CDTF">2021-08-27T19:46:55Z</dcterms:modified>
</cp:coreProperties>
</file>