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28"/>
  </p:normalViewPr>
  <p:slideViewPr>
    <p:cSldViewPr snapToGrid="0" snapToObjects="1">
      <p:cViewPr>
        <p:scale>
          <a:sx n="104" d="100"/>
          <a:sy n="104" d="100"/>
        </p:scale>
        <p:origin x="89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5709-1368-EF41-A1A3-E700CE530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497AA-5096-4743-822C-C023DB6E5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4A79D-706A-1C46-A1DF-32734BE83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CA4AB-F4E6-D04F-8DDA-81E62F11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935DD-366D-864A-907F-D6370D1F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1904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8AF1-98E8-4C48-BA5D-D302253B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03EF9-9544-2444-9C28-637002765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ED7B2-E959-1F44-8034-A3449B443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C7FA1-5CFC-694E-9352-920E0BB4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9F206-3A0E-874E-8783-EDB5C2ED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288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25E0-C04E-9249-83CB-57E0BD15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B133C-6B9F-0545-A5BA-B22B40058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79324-E4EC-6845-8BC4-26944C03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C662F-5935-684B-B257-2568D525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CB672-C17A-994E-B1FB-02BC446C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578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A10F-7E31-E346-BDE6-7141AD98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B1D2-931C-EE4B-BF88-6355C92F2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99F56-631D-4944-AAD8-77AE43EAE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E74D8-F076-1A45-9250-94FE8205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0380-280F-9542-B9A3-A7B65E23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3108B-E041-3F4A-91B0-3937FFC8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1152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45E2-B9D7-054D-80D7-82AB1752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8FFE8-0401-684F-9227-26A316BC1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C1E6D-E6DE-5C48-9FA2-79A4AF177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CF08D-7EAE-B04C-B31C-556A00B3E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C4979-4F47-4D49-A788-332AAF1C7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4E7A05-9C85-C748-AC7F-BCE4526E3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67B5E-8A03-7B42-8174-1D894E46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DDDEE-A0B0-534A-AD6B-2F2D27D6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0415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D916-573C-F949-A340-145D7001B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7C2BE-19AF-DF4A-9A13-E77B4E07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A7773-5F9E-4F4C-B5CC-D70B6A0E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14173-53BE-9B44-864D-B8FB3E89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539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45611-2D27-594C-AE8C-D7CD1F77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C4E5C-3696-A447-B041-F9261674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77BF7-3AF5-A344-9E11-D3BEC519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473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2750F-7F72-5B4C-84F3-B7A704E12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51FCA-EEC2-D94F-8791-24440B9F9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19692-5613-814C-A9B1-C6FE733E3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98FE2-06BD-0148-B670-8CAA16A2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4D262-B679-7440-AB5A-AE4645F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67FB5-44DE-B744-B8E4-3A079A98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34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4502-D53C-4B47-B35F-9BCB1043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7136A8-572F-7844-A092-762F0CE485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DE452-EB41-844C-A4FF-580DEDE7D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857EA-A7FA-3D48-ACD9-A4A80C1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2CDD4-EC9A-2843-8CD5-EF206D37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54025-8164-2142-A339-A0462C90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5401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1B161-628F-5646-8D6D-44963BFE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E0C4A-71BB-644F-BD05-38E20729B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FA92-5E5C-7E46-AD90-E76E7B20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79837-24B1-FA43-B461-66E508E3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00A92-9E84-F749-9786-1DAC117C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919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4233E-5690-F541-8D85-17F518D56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617DA-C703-014C-9FD5-D26A32050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BAC0A-DED2-E543-B64F-31D9EDB4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66203-588F-5D47-A059-40A3EC59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6F050-E09B-5348-A19D-16EDDD89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1417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F7FB0-2BDD-954A-8D00-A1AC369B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83B4F-CD51-5041-BD5C-D1D06718E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4F9C2-4DE8-7943-AABC-3DFC286A4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7255-8E9D-EC42-8886-7F611CB5E917}" type="datetimeFigureOut">
              <a:rPr lang="en-DE" smtClean="0"/>
              <a:t>29.08.21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F6FFE-B5CF-394D-BFD2-02EA6F5FF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71CDD-B86B-1748-972E-23095E579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700D7-BDAB-AA46-9324-02B88C5E2F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989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7550A8-0B86-CA47-8A8C-355B42609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8997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A71BBA0-D7B7-A44F-8C43-8BF1B3D20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514" y="9764"/>
            <a:ext cx="1242253" cy="1440000"/>
          </a:xfrm>
          <a:prstGeom prst="rect">
            <a:avLst/>
          </a:prstGeom>
        </p:spPr>
      </p:pic>
      <p:pic>
        <p:nvPicPr>
          <p:cNvPr id="9" name="Picture 8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A4180E9-3A4A-314C-8C36-EADA273D2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767" y="9764"/>
            <a:ext cx="1242253" cy="1440000"/>
          </a:xfrm>
          <a:prstGeom prst="rect">
            <a:avLst/>
          </a:prstGeom>
        </p:spPr>
      </p:pic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EE053478-B29A-F941-968A-951AD6EDD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340" y="9764"/>
            <a:ext cx="1242253" cy="1440000"/>
          </a:xfrm>
          <a:prstGeom prst="rect">
            <a:avLst/>
          </a:prstGeom>
        </p:spPr>
      </p:pic>
      <p:pic>
        <p:nvPicPr>
          <p:cNvPr id="13" name="Picture 12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B74242C2-6D74-9F48-8AA1-54A0B5B5A1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593" y="9764"/>
            <a:ext cx="1242253" cy="1440000"/>
          </a:xfrm>
          <a:prstGeom prst="rect">
            <a:avLst/>
          </a:prstGeom>
        </p:spPr>
      </p:pic>
      <p:pic>
        <p:nvPicPr>
          <p:cNvPr id="15" name="Picture 1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2B3B65A4-77FC-8948-A7EA-EFBFEB0389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2629" y="2143780"/>
            <a:ext cx="1246743" cy="1440000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">
            <a:extLst>
              <a:ext uri="{FF2B5EF4-FFF2-40B4-BE49-F238E27FC236}">
                <a16:creationId xmlns:a16="http://schemas.microsoft.com/office/drawing/2014/main" id="{EF03CF8C-3D63-DF4F-9200-BE08125C0A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0237" y="1069628"/>
            <a:ext cx="1247374" cy="1440000"/>
          </a:xfrm>
          <a:prstGeom prst="rect">
            <a:avLst/>
          </a:prstGeom>
        </p:spPr>
      </p:pic>
      <p:pic>
        <p:nvPicPr>
          <p:cNvPr id="19" name="Picture 18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95873BE5-C97B-C54D-A2E2-6D5F6450D6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081949"/>
            <a:ext cx="1246743" cy="1440000"/>
          </a:xfrm>
          <a:prstGeom prst="rect">
            <a:avLst/>
          </a:prstGeom>
        </p:spPr>
      </p:pic>
      <p:pic>
        <p:nvPicPr>
          <p:cNvPr id="21" name="Picture 20" descr="A picture containing text&#10;&#10;Description automatically generated">
            <a:extLst>
              <a:ext uri="{FF2B5EF4-FFF2-40B4-BE49-F238E27FC236}">
                <a16:creationId xmlns:a16="http://schemas.microsoft.com/office/drawing/2014/main" id="{4EE5D0F9-9D8D-EC4E-A217-7CBF40301C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8488" y="2154134"/>
            <a:ext cx="1242253" cy="1440000"/>
          </a:xfrm>
          <a:prstGeom prst="rect">
            <a:avLst/>
          </a:prstGeom>
        </p:spPr>
      </p:pic>
      <p:pic>
        <p:nvPicPr>
          <p:cNvPr id="23" name="Picture 22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B6890905-84D3-9B43-89C2-4758BC512C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6582" y="1083407"/>
            <a:ext cx="1242253" cy="1440000"/>
          </a:xfrm>
          <a:prstGeom prst="rect">
            <a:avLst/>
          </a:prstGeom>
        </p:spPr>
      </p:pic>
      <p:pic>
        <p:nvPicPr>
          <p:cNvPr id="25" name="Picture 2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EF0314B-40E2-1A47-9E99-260C947EED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9705" y="1074329"/>
            <a:ext cx="1242817" cy="1440000"/>
          </a:xfrm>
          <a:prstGeom prst="rect">
            <a:avLst/>
          </a:prstGeom>
        </p:spPr>
      </p:pic>
      <p:pic>
        <p:nvPicPr>
          <p:cNvPr id="27" name="Picture 26" descr="Graphical user interface&#10;&#10;Description automatically generated">
            <a:extLst>
              <a:ext uri="{FF2B5EF4-FFF2-40B4-BE49-F238E27FC236}">
                <a16:creationId xmlns:a16="http://schemas.microsoft.com/office/drawing/2014/main" id="{D7D2459F-8020-5E44-94B5-AE15263B5E3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8430" y="2140319"/>
            <a:ext cx="1242253" cy="1440000"/>
          </a:xfrm>
          <a:prstGeom prst="rect">
            <a:avLst/>
          </a:prstGeom>
        </p:spPr>
      </p:pic>
      <p:pic>
        <p:nvPicPr>
          <p:cNvPr id="31" name="Picture 30" descr="A picture containing icon&#10;&#10;Description automatically generated">
            <a:extLst>
              <a:ext uri="{FF2B5EF4-FFF2-40B4-BE49-F238E27FC236}">
                <a16:creationId xmlns:a16="http://schemas.microsoft.com/office/drawing/2014/main" id="{8F56C473-0F81-374E-BC99-62D85C1DC7A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00078" y="3208345"/>
            <a:ext cx="1242253" cy="1440000"/>
          </a:xfrm>
          <a:prstGeom prst="rect">
            <a:avLst/>
          </a:prstGeom>
        </p:spPr>
      </p:pic>
      <p:pic>
        <p:nvPicPr>
          <p:cNvPr id="33" name="Picture 32" descr="A picture containing text, sign, businesscard&#10;&#10;Description automatically generated">
            <a:extLst>
              <a:ext uri="{FF2B5EF4-FFF2-40B4-BE49-F238E27FC236}">
                <a16:creationId xmlns:a16="http://schemas.microsoft.com/office/drawing/2014/main" id="{D4947DF5-A8C7-0049-BFC0-E51CB5071F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20860" y="3213962"/>
            <a:ext cx="1242253" cy="1440000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90CF739-5800-984B-880B-70E3EDEC9768}"/>
              </a:ext>
            </a:extLst>
          </p:cNvPr>
          <p:cNvCxnSpPr/>
          <p:nvPr/>
        </p:nvCxnSpPr>
        <p:spPr>
          <a:xfrm>
            <a:off x="3472249" y="766119"/>
            <a:ext cx="568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126C42-3FF0-5C40-83FC-46C745507210}"/>
              </a:ext>
            </a:extLst>
          </p:cNvPr>
          <p:cNvCxnSpPr>
            <a:cxnSpLocks/>
          </p:cNvCxnSpPr>
          <p:nvPr/>
        </p:nvCxnSpPr>
        <p:spPr>
          <a:xfrm flipV="1">
            <a:off x="3756454" y="1812210"/>
            <a:ext cx="866035" cy="181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CF13F6D-4786-8E40-B54E-44A4E2704976}"/>
              </a:ext>
            </a:extLst>
          </p:cNvPr>
          <p:cNvCxnSpPr>
            <a:cxnSpLocks/>
          </p:cNvCxnSpPr>
          <p:nvPr/>
        </p:nvCxnSpPr>
        <p:spPr>
          <a:xfrm flipV="1">
            <a:off x="3858079" y="2607180"/>
            <a:ext cx="1381186" cy="397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CDB479-2C23-F649-8A3C-26B10A29C041}"/>
              </a:ext>
            </a:extLst>
          </p:cNvPr>
          <p:cNvCxnSpPr>
            <a:cxnSpLocks/>
          </p:cNvCxnSpPr>
          <p:nvPr/>
        </p:nvCxnSpPr>
        <p:spPr>
          <a:xfrm>
            <a:off x="3931357" y="3834616"/>
            <a:ext cx="1817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Picture 42" descr="Logo&#10;&#10;Description automatically generated with medium confidence">
            <a:extLst>
              <a:ext uri="{FF2B5EF4-FFF2-40B4-BE49-F238E27FC236}">
                <a16:creationId xmlns:a16="http://schemas.microsoft.com/office/drawing/2014/main" id="{DBE14423-F7CA-4046-8338-8BE6521561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29556" y="5332249"/>
            <a:ext cx="1242253" cy="1440000"/>
          </a:xfrm>
          <a:prstGeom prst="rect">
            <a:avLst/>
          </a:prstGeom>
        </p:spPr>
      </p:pic>
      <p:pic>
        <p:nvPicPr>
          <p:cNvPr id="45" name="Picture 44" descr="A picture containing text, sign, picture frame&#10;&#10;Description automatically generated">
            <a:extLst>
              <a:ext uri="{FF2B5EF4-FFF2-40B4-BE49-F238E27FC236}">
                <a16:creationId xmlns:a16="http://schemas.microsoft.com/office/drawing/2014/main" id="{BA37C54C-B213-8744-9243-CACD17525C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5347978"/>
            <a:ext cx="1242817" cy="1440000"/>
          </a:xfrm>
          <a:prstGeom prst="rect">
            <a:avLst/>
          </a:prstGeom>
        </p:spPr>
      </p:pic>
      <p:pic>
        <p:nvPicPr>
          <p:cNvPr id="47" name="Picture 46" descr="Logo, company name&#10;&#10;Description automatically generated">
            <a:extLst>
              <a:ext uri="{FF2B5EF4-FFF2-40B4-BE49-F238E27FC236}">
                <a16:creationId xmlns:a16="http://schemas.microsoft.com/office/drawing/2014/main" id="{F3D8C09C-D255-AB4C-B7E5-222D4BA36BF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94390" y="4278038"/>
            <a:ext cx="1248138" cy="1440000"/>
          </a:xfrm>
          <a:prstGeom prst="rect">
            <a:avLst/>
          </a:prstGeom>
        </p:spPr>
      </p:pic>
      <p:pic>
        <p:nvPicPr>
          <p:cNvPr id="49" name="Picture 48" descr="Logo&#10;&#10;Description automatically generated">
            <a:extLst>
              <a:ext uri="{FF2B5EF4-FFF2-40B4-BE49-F238E27FC236}">
                <a16:creationId xmlns:a16="http://schemas.microsoft.com/office/drawing/2014/main" id="{F6C0819D-B2C4-A345-BFA0-9FBB38086CB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77681" y="4278038"/>
            <a:ext cx="1241690" cy="1440000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E202A83-46F7-7F42-BF31-7EDDD230CCDA}"/>
              </a:ext>
            </a:extLst>
          </p:cNvPr>
          <p:cNvCxnSpPr>
            <a:cxnSpLocks/>
          </p:cNvCxnSpPr>
          <p:nvPr/>
        </p:nvCxnSpPr>
        <p:spPr>
          <a:xfrm flipV="1">
            <a:off x="3756454" y="5560541"/>
            <a:ext cx="1482811" cy="157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46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Munzert</dc:creator>
  <cp:lastModifiedBy>Simon Munzert</cp:lastModifiedBy>
  <cp:revision>1</cp:revision>
  <dcterms:created xsi:type="dcterms:W3CDTF">2021-08-29T09:19:16Z</dcterms:created>
  <dcterms:modified xsi:type="dcterms:W3CDTF">2021-08-29T09:29:10Z</dcterms:modified>
</cp:coreProperties>
</file>